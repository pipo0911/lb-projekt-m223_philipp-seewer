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Steam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A90E2"/>
                </a:solidFill>
              </a:defRPr>
            </a:pPr>
            <a:r>
              <a:t>M223: JWT Authentication &amp; Game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FFFFFF"/>
                </a:solidFill>
              </a:defRPr>
            </a:pPr>
            <a:r>
              <a:t>Philipp Seewer | LB Projekt M295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Projektübersicht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✓ Spring Boot Backend mit JWT-Authentifizierung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✓ React Frontend mit Auth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✓ Role-Based Access Control (RBAC)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✓ Game CRUD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✓ MySQL Datenbank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System-Architektur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Frontend (React): AuthContext, JWT Storage, Games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↓ API Requests mit Authorization Header 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Backend (Spring): JWT Validation, RBAC, Game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↓ Database Queries 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MySQL: Users, Games, Roles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JWT Authentifizierung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1. Login → Token mit Rollen (ROLE_USER, ROLE_ADMIN)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2. Token im Authorization Header mitgesendet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3. JwtAuthFilter validiert &amp; extrahiert Rollen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4. SecurityContext mit Authorities setzen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5. RBAC: POST/PUT/DELETE nur für ROLE_ADMIN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Role-Based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GET /api/games → USER,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POST /api/games → ADMIN 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PUT /api/games/:id → ADMIN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DELETE /api/games/:id → ADMIN 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Sichere Endpoints mit Spring Security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Implementierte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✓ 8 Sample Games (Elden Ring, Witcher 3, Baldur's Gate 3, ...)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✓ User Registration &amp; Login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✓ Games anzeigen, bearbeiten, erstellen, löschen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✓ User-spezifische Games (userId in DB)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✓ Responsive UI mit TailwindCSS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🎮 LIVE DEMO</a:t>
            </a:r>
          </a:p>
          <a:p>
            <a:pPr algn="ctr">
              <a:defRPr sz="2400" i="1">
                <a:solidFill>
                  <a:srgbClr val="FF6B35"/>
                </a:solidFill>
              </a:defRPr>
            </a:pPr>
            <a:r>
              <a:t>localhost:5173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Fazit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✓ JWT-Authentifizierung vollständig implementiert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✓ RBAC mit Admin-Funktionen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✓ Sichere API mit Spring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✓ Frontend &amp; Backend integriert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✓ Production-ready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